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Business Intelligence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Storytelling &amp; Statistical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Improve sales and profitability using data-driven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Superstore dataset</a:t>
            </a:r>
          </a:p>
          <a:p>
            <a:pPr>
              <a:defRPr sz="2200"/>
            </a:pPr>
            <a:r>
              <a:t>Rows: 8827</a:t>
            </a:r>
          </a:p>
          <a:p>
            <a:pPr>
              <a:defRPr sz="2200"/>
            </a:pPr>
            <a:r>
              <a:t>Key fields: Sales, Profit, Discount, Category,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Handled missing values</a:t>
            </a:r>
          </a:p>
          <a:p>
            <a:pPr>
              <a:defRPr sz="2200"/>
            </a:pPr>
            <a:r>
              <a:t>Removed duplicates</a:t>
            </a:r>
          </a:p>
          <a:p>
            <a:pPr>
              <a:defRPr sz="2200"/>
            </a:pPr>
            <a:r>
              <a:t>Verified data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Analyzed Sales, Profit, Categories, Regions and Discounts.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Technology showed high sales.</a:t>
            </a:r>
          </a:p>
          <a:p>
            <a:pPr>
              <a:defRPr sz="2200"/>
            </a:pPr>
            <a:r>
              <a:t>Higher discounts reduced profit.</a:t>
            </a:r>
          </a:p>
          <a:p>
            <a:pPr>
              <a:defRPr sz="2200"/>
            </a:pPr>
            <a:r>
              <a:t>Regional performance varied.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H0: Discount has no significant effect on Profit.</a:t>
            </a:r>
          </a:p>
          <a:p>
            <a:pPr>
              <a:defRPr sz="2200"/>
            </a:pPr>
            <a:r>
              <a:t>H1: Discount has a significant effect on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Pearson Correlation Test</a:t>
            </a:r>
          </a:p>
          <a:p>
            <a:pPr>
              <a:defRPr sz="2200"/>
            </a:pPr>
            <a:r>
              <a:t>Correlation: -0.4578</a:t>
            </a:r>
          </a:p>
          <a:p>
            <a:pPr>
              <a:defRPr sz="2200"/>
            </a:pPr>
            <a:r>
              <a:t>P-value: 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Higher discounts are associated with lower profit.</a:t>
            </a:r>
          </a:p>
          <a:p>
            <a:pPr>
              <a:defRPr sz="2200"/>
            </a:pPr>
            <a:r>
              <a:t>Optimize discount strategy.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 excessive discounts</a:t>
            </a:r>
          </a:p>
          <a:p>
            <a:pPr>
              <a:defRPr sz="2200"/>
            </a:pPr>
            <a:r>
              <a:t>Focus on profitable products</a:t>
            </a:r>
          </a:p>
          <a:p>
            <a:pPr>
              <a:defRPr sz="2200"/>
            </a:pPr>
            <a:r>
              <a:t>Monitor regional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Data-driven decisions improve profitability and business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